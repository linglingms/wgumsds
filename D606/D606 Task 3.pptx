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6F086-D5E7-46AD-A0A5-61F0389AB16B}" v="3" dt="2025-06-01T05:33:14.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44" d="100"/>
          <a:sy n="144" d="100"/>
        </p:scale>
        <p:origin x="87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ren Buenarte" userId="56c692c482606a65" providerId="LiveId" clId="{8056F086-D5E7-46AD-A0A5-61F0389AB16B}"/>
    <pc:docChg chg="undo custSel addSld modSld sldOrd">
      <pc:chgData name="Warren Buenarte" userId="56c692c482606a65" providerId="LiveId" clId="{8056F086-D5E7-46AD-A0A5-61F0389AB16B}" dt="2025-06-01T05:37:48.076" v="556" actId="20577"/>
      <pc:docMkLst>
        <pc:docMk/>
      </pc:docMkLst>
      <pc:sldChg chg="addSp delSp modSp mod setBg addAnim delAnim">
        <pc:chgData name="Warren Buenarte" userId="56c692c482606a65" providerId="LiveId" clId="{8056F086-D5E7-46AD-A0A5-61F0389AB16B}" dt="2025-06-01T05:33:42.330" v="525" actId="26606"/>
        <pc:sldMkLst>
          <pc:docMk/>
          <pc:sldMk cId="2117110522" sldId="256"/>
        </pc:sldMkLst>
        <pc:spChg chg="mod ord">
          <ac:chgData name="Warren Buenarte" userId="56c692c482606a65" providerId="LiveId" clId="{8056F086-D5E7-46AD-A0A5-61F0389AB16B}" dt="2025-06-01T05:33:42.330" v="525" actId="26606"/>
          <ac:spMkLst>
            <pc:docMk/>
            <pc:sldMk cId="2117110522" sldId="256"/>
            <ac:spMk id="2" creationId="{61BD71CE-29EE-0590-2BE1-471C0ED51947}"/>
          </ac:spMkLst>
        </pc:spChg>
        <pc:spChg chg="mod ord">
          <ac:chgData name="Warren Buenarte" userId="56c692c482606a65" providerId="LiveId" clId="{8056F086-D5E7-46AD-A0A5-61F0389AB16B}" dt="2025-06-01T05:33:42.330" v="525" actId="26606"/>
          <ac:spMkLst>
            <pc:docMk/>
            <pc:sldMk cId="2117110522" sldId="256"/>
            <ac:spMk id="3" creationId="{44D23205-83CF-B57C-F3C5-DC31B2EB84D3}"/>
          </ac:spMkLst>
        </pc:spChg>
        <pc:spChg chg="add mod ord">
          <ac:chgData name="Warren Buenarte" userId="56c692c482606a65" providerId="LiveId" clId="{8056F086-D5E7-46AD-A0A5-61F0389AB16B}" dt="2025-06-01T05:33:42.330" v="525" actId="26606"/>
          <ac:spMkLst>
            <pc:docMk/>
            <pc:sldMk cId="2117110522" sldId="256"/>
            <ac:spMk id="6" creationId="{77BF3507-59EC-9DBF-3FDF-769234BE1025}"/>
          </ac:spMkLst>
        </pc:spChg>
        <pc:spChg chg="add mod ord">
          <ac:chgData name="Warren Buenarte" userId="56c692c482606a65" providerId="LiveId" clId="{8056F086-D5E7-46AD-A0A5-61F0389AB16B}" dt="2025-06-01T05:33:42.330" v="525" actId="26606"/>
          <ac:spMkLst>
            <pc:docMk/>
            <pc:sldMk cId="2117110522" sldId="256"/>
            <ac:spMk id="9" creationId="{AA9E072B-FC45-52BD-CA14-E1BAB6E4FEB7}"/>
          </ac:spMkLst>
        </pc:spChg>
        <pc:spChg chg="add mod">
          <ac:chgData name="Warren Buenarte" userId="56c692c482606a65" providerId="LiveId" clId="{8056F086-D5E7-46AD-A0A5-61F0389AB16B}" dt="2025-06-01T05:33:42.330" v="525" actId="26606"/>
          <ac:spMkLst>
            <pc:docMk/>
            <pc:sldMk cId="2117110522" sldId="256"/>
            <ac:spMk id="12" creationId="{5BE39657-0F91-85D1-1826-D85423368C3A}"/>
          </ac:spMkLst>
        </pc:spChg>
        <pc:spChg chg="add del">
          <ac:chgData name="Warren Buenarte" userId="56c692c482606a65" providerId="LiveId" clId="{8056F086-D5E7-46AD-A0A5-61F0389AB16B}" dt="2025-06-01T05:33:42.330" v="525" actId="26606"/>
          <ac:spMkLst>
            <pc:docMk/>
            <pc:sldMk cId="2117110522" sldId="256"/>
            <ac:spMk id="17" creationId="{AB280EE9-9DDD-E4BA-379E-1D7360954797}"/>
          </ac:spMkLst>
        </pc:spChg>
        <pc:spChg chg="add del">
          <ac:chgData name="Warren Buenarte" userId="56c692c482606a65" providerId="LiveId" clId="{8056F086-D5E7-46AD-A0A5-61F0389AB16B}" dt="2025-06-01T05:33:42.330" v="525" actId="26606"/>
          <ac:spMkLst>
            <pc:docMk/>
            <pc:sldMk cId="2117110522" sldId="256"/>
            <ac:spMk id="19" creationId="{F489C2E0-4895-4B72-85EA-7EE9FAFFDC7E}"/>
          </ac:spMkLst>
        </pc:spChg>
        <pc:spChg chg="add del">
          <ac:chgData name="Warren Buenarte" userId="56c692c482606a65" providerId="LiveId" clId="{8056F086-D5E7-46AD-A0A5-61F0389AB16B}" dt="2025-06-01T05:33:38.165" v="516" actId="26606"/>
          <ac:spMkLst>
            <pc:docMk/>
            <pc:sldMk cId="2117110522" sldId="256"/>
            <ac:spMk id="24" creationId="{0A555D20-7E4D-42F3-92F0-361897B92BD4}"/>
          </ac:spMkLst>
        </pc:spChg>
        <pc:spChg chg="add del">
          <ac:chgData name="Warren Buenarte" userId="56c692c482606a65" providerId="LiveId" clId="{8056F086-D5E7-46AD-A0A5-61F0389AB16B}" dt="2025-06-01T05:33:38.165" v="516" actId="26606"/>
          <ac:spMkLst>
            <pc:docMk/>
            <pc:sldMk cId="2117110522" sldId="256"/>
            <ac:spMk id="26" creationId="{86FEA2A0-6487-486E-B336-D39C827C057B}"/>
          </ac:spMkLst>
        </pc:spChg>
        <pc:spChg chg="add del">
          <ac:chgData name="Warren Buenarte" userId="56c692c482606a65" providerId="LiveId" clId="{8056F086-D5E7-46AD-A0A5-61F0389AB16B}" dt="2025-06-01T05:33:38.165" v="516" actId="26606"/>
          <ac:spMkLst>
            <pc:docMk/>
            <pc:sldMk cId="2117110522" sldId="256"/>
            <ac:spMk id="28" creationId="{7EDBE90E-4E98-4485-B364-3EE5E0AA8391}"/>
          </ac:spMkLst>
        </pc:spChg>
        <pc:spChg chg="add del">
          <ac:chgData name="Warren Buenarte" userId="56c692c482606a65" providerId="LiveId" clId="{8056F086-D5E7-46AD-A0A5-61F0389AB16B}" dt="2025-06-01T05:33:40.356" v="518" actId="26606"/>
          <ac:spMkLst>
            <pc:docMk/>
            <pc:sldMk cId="2117110522" sldId="256"/>
            <ac:spMk id="30" creationId="{9A5160F0-6244-48E8-9E71-1F51EA90C9E2}"/>
          </ac:spMkLst>
        </pc:spChg>
        <pc:spChg chg="add del">
          <ac:chgData name="Warren Buenarte" userId="56c692c482606a65" providerId="LiveId" clId="{8056F086-D5E7-46AD-A0A5-61F0389AB16B}" dt="2025-06-01T05:33:40.356" v="518" actId="26606"/>
          <ac:spMkLst>
            <pc:docMk/>
            <pc:sldMk cId="2117110522" sldId="256"/>
            <ac:spMk id="33" creationId="{8CC700D5-9809-43F4-89D5-7DBBCB0DCC10}"/>
          </ac:spMkLst>
        </pc:spChg>
        <pc:spChg chg="add del">
          <ac:chgData name="Warren Buenarte" userId="56c692c482606a65" providerId="LiveId" clId="{8056F086-D5E7-46AD-A0A5-61F0389AB16B}" dt="2025-06-01T05:33:40.356" v="518" actId="26606"/>
          <ac:spMkLst>
            <pc:docMk/>
            <pc:sldMk cId="2117110522" sldId="256"/>
            <ac:spMk id="35" creationId="{C7163242-6303-46DC-BAC1-2A204F061321}"/>
          </ac:spMkLst>
        </pc:spChg>
        <pc:spChg chg="add del">
          <ac:chgData name="Warren Buenarte" userId="56c692c482606a65" providerId="LiveId" clId="{8056F086-D5E7-46AD-A0A5-61F0389AB16B}" dt="2025-06-01T05:33:40.356" v="518" actId="26606"/>
          <ac:spMkLst>
            <pc:docMk/>
            <pc:sldMk cId="2117110522" sldId="256"/>
            <ac:spMk id="36" creationId="{31D5EF21-94C4-481A-BD01-3D29FB305BD9}"/>
          </ac:spMkLst>
        </pc:spChg>
        <pc:spChg chg="add del">
          <ac:chgData name="Warren Buenarte" userId="56c692c482606a65" providerId="LiveId" clId="{8056F086-D5E7-46AD-A0A5-61F0389AB16B}" dt="2025-06-01T05:33:40.356" v="518" actId="26606"/>
          <ac:spMkLst>
            <pc:docMk/>
            <pc:sldMk cId="2117110522" sldId="256"/>
            <ac:spMk id="38" creationId="{805C4C40-D70E-4C4F-B228-98A0A6132603}"/>
          </ac:spMkLst>
        </pc:spChg>
        <pc:spChg chg="add del">
          <ac:chgData name="Warren Buenarte" userId="56c692c482606a65" providerId="LiveId" clId="{8056F086-D5E7-46AD-A0A5-61F0389AB16B}" dt="2025-06-01T05:33:40.967" v="520" actId="26606"/>
          <ac:spMkLst>
            <pc:docMk/>
            <pc:sldMk cId="2117110522" sldId="256"/>
            <ac:spMk id="40" creationId="{9C9885E3-1719-4EC5-9DB3-1A79A0A16442}"/>
          </ac:spMkLst>
        </pc:spChg>
        <pc:spChg chg="add del">
          <ac:chgData name="Warren Buenarte" userId="56c692c482606a65" providerId="LiveId" clId="{8056F086-D5E7-46AD-A0A5-61F0389AB16B}" dt="2025-06-01T05:33:40.967" v="520" actId="26606"/>
          <ac:spMkLst>
            <pc:docMk/>
            <pc:sldMk cId="2117110522" sldId="256"/>
            <ac:spMk id="41" creationId="{C1BEF3FD-D6AB-4420-B06A-52C49F8DFCEC}"/>
          </ac:spMkLst>
        </pc:spChg>
        <pc:spChg chg="add del">
          <ac:chgData name="Warren Buenarte" userId="56c692c482606a65" providerId="LiveId" clId="{8056F086-D5E7-46AD-A0A5-61F0389AB16B}" dt="2025-06-01T05:33:41.750" v="522" actId="26606"/>
          <ac:spMkLst>
            <pc:docMk/>
            <pc:sldMk cId="2117110522" sldId="256"/>
            <ac:spMk id="43" creationId="{848F64AA-5BE2-4280-BEFA-DC288118FCCE}"/>
          </ac:spMkLst>
        </pc:spChg>
        <pc:spChg chg="add del">
          <ac:chgData name="Warren Buenarte" userId="56c692c482606a65" providerId="LiveId" clId="{8056F086-D5E7-46AD-A0A5-61F0389AB16B}" dt="2025-06-01T05:33:42.326" v="524" actId="26606"/>
          <ac:spMkLst>
            <pc:docMk/>
            <pc:sldMk cId="2117110522" sldId="256"/>
            <ac:spMk id="45" creationId="{AC8EEB0F-BA72-49AC-956F-331B60FDE79E}"/>
          </ac:spMkLst>
        </pc:spChg>
        <pc:spChg chg="add">
          <ac:chgData name="Warren Buenarte" userId="56c692c482606a65" providerId="LiveId" clId="{8056F086-D5E7-46AD-A0A5-61F0389AB16B}" dt="2025-06-01T05:33:42.330" v="525" actId="26606"/>
          <ac:spMkLst>
            <pc:docMk/>
            <pc:sldMk cId="2117110522" sldId="256"/>
            <ac:spMk id="58" creationId="{848F64AA-5BE2-4280-BEFA-DC288118FCCE}"/>
          </ac:spMkLst>
        </pc:spChg>
        <pc:picChg chg="add mod ord">
          <ac:chgData name="Warren Buenarte" userId="56c692c482606a65" providerId="LiveId" clId="{8056F086-D5E7-46AD-A0A5-61F0389AB16B}" dt="2025-06-01T05:33:42.330" v="525" actId="26606"/>
          <ac:picMkLst>
            <pc:docMk/>
            <pc:sldMk cId="2117110522" sldId="256"/>
            <ac:picMk id="5" creationId="{7F942805-AA1A-9AA0-9114-CFC07A9D8510}"/>
          </ac:picMkLst>
        </pc:picChg>
        <pc:picChg chg="add mod">
          <ac:chgData name="Warren Buenarte" userId="56c692c482606a65" providerId="LiveId" clId="{8056F086-D5E7-46AD-A0A5-61F0389AB16B}" dt="2025-06-01T05:33:27.198" v="511" actId="26606"/>
          <ac:picMkLst>
            <pc:docMk/>
            <pc:sldMk cId="2117110522" sldId="256"/>
            <ac:picMk id="8" creationId="{21634D55-7307-E686-00C7-B0A146B1A9A6}"/>
          </ac:picMkLst>
        </pc:picChg>
        <pc:picChg chg="add mod">
          <ac:chgData name="Warren Buenarte" userId="56c692c482606a65" providerId="LiveId" clId="{8056F086-D5E7-46AD-A0A5-61F0389AB16B}" dt="2025-06-01T05:33:42.330" v="525" actId="26606"/>
          <ac:picMkLst>
            <pc:docMk/>
            <pc:sldMk cId="2117110522" sldId="256"/>
            <ac:picMk id="11" creationId="{CEB8E1E2-7E1D-65A7-D12F-E3A86F83EAE9}"/>
          </ac:picMkLst>
        </pc:picChg>
      </pc:sldChg>
      <pc:sldChg chg="modSp new mod">
        <pc:chgData name="Warren Buenarte" userId="56c692c482606a65" providerId="LiveId" clId="{8056F086-D5E7-46AD-A0A5-61F0389AB16B}" dt="2025-06-01T05:06:33.443" v="171" actId="20577"/>
        <pc:sldMkLst>
          <pc:docMk/>
          <pc:sldMk cId="2525030453" sldId="257"/>
        </pc:sldMkLst>
        <pc:spChg chg="mod">
          <ac:chgData name="Warren Buenarte" userId="56c692c482606a65" providerId="LiveId" clId="{8056F086-D5E7-46AD-A0A5-61F0389AB16B}" dt="2025-05-29T08:25:06.458" v="42" actId="20577"/>
          <ac:spMkLst>
            <pc:docMk/>
            <pc:sldMk cId="2525030453" sldId="257"/>
            <ac:spMk id="2" creationId="{90C674D3-381B-B5D6-EA25-2DCED15B0EFB}"/>
          </ac:spMkLst>
        </pc:spChg>
        <pc:spChg chg="mod">
          <ac:chgData name="Warren Buenarte" userId="56c692c482606a65" providerId="LiveId" clId="{8056F086-D5E7-46AD-A0A5-61F0389AB16B}" dt="2025-06-01T05:06:33.443" v="171" actId="20577"/>
          <ac:spMkLst>
            <pc:docMk/>
            <pc:sldMk cId="2525030453" sldId="257"/>
            <ac:spMk id="3" creationId="{8698FC87-E2AA-9248-E5E3-F5E11E969A40}"/>
          </ac:spMkLst>
        </pc:spChg>
      </pc:sldChg>
      <pc:sldChg chg="modSp new mod">
        <pc:chgData name="Warren Buenarte" userId="56c692c482606a65" providerId="LiveId" clId="{8056F086-D5E7-46AD-A0A5-61F0389AB16B}" dt="2025-06-01T05:27:24.038" v="501" actId="20577"/>
        <pc:sldMkLst>
          <pc:docMk/>
          <pc:sldMk cId="4167789649" sldId="258"/>
        </pc:sldMkLst>
        <pc:spChg chg="mod">
          <ac:chgData name="Warren Buenarte" userId="56c692c482606a65" providerId="LiveId" clId="{8056F086-D5E7-46AD-A0A5-61F0389AB16B}" dt="2025-06-01T05:27:24.038" v="501" actId="20577"/>
          <ac:spMkLst>
            <pc:docMk/>
            <pc:sldMk cId="4167789649" sldId="258"/>
            <ac:spMk id="2" creationId="{9E99E987-91E3-1C43-66D6-23A1B4260CBB}"/>
          </ac:spMkLst>
        </pc:spChg>
        <pc:spChg chg="mod">
          <ac:chgData name="Warren Buenarte" userId="56c692c482606a65" providerId="LiveId" clId="{8056F086-D5E7-46AD-A0A5-61F0389AB16B}" dt="2025-06-01T05:19:26.441" v="172" actId="5793"/>
          <ac:spMkLst>
            <pc:docMk/>
            <pc:sldMk cId="4167789649" sldId="258"/>
            <ac:spMk id="3" creationId="{4C713423-B5B2-5685-EBF9-E69E9F7D1A3A}"/>
          </ac:spMkLst>
        </pc:spChg>
      </pc:sldChg>
      <pc:sldChg chg="addSp modSp new mod">
        <pc:chgData name="Warren Buenarte" userId="56c692c482606a65" providerId="LiveId" clId="{8056F086-D5E7-46AD-A0A5-61F0389AB16B}" dt="2025-06-01T05:37:48.076" v="556" actId="20577"/>
        <pc:sldMkLst>
          <pc:docMk/>
          <pc:sldMk cId="808150241" sldId="259"/>
        </pc:sldMkLst>
        <pc:spChg chg="mod">
          <ac:chgData name="Warren Buenarte" userId="56c692c482606a65" providerId="LiveId" clId="{8056F086-D5E7-46AD-A0A5-61F0389AB16B}" dt="2025-06-01T05:27:21.065" v="499" actId="20577"/>
          <ac:spMkLst>
            <pc:docMk/>
            <pc:sldMk cId="808150241" sldId="259"/>
            <ac:spMk id="2" creationId="{7593FBE1-DBA0-DDAE-6360-2535D0DF33D6}"/>
          </ac:spMkLst>
        </pc:spChg>
        <pc:spChg chg="mod">
          <ac:chgData name="Warren Buenarte" userId="56c692c482606a65" providerId="LiveId" clId="{8056F086-D5E7-46AD-A0A5-61F0389AB16B}" dt="2025-06-01T05:37:48.076" v="556" actId="20577"/>
          <ac:spMkLst>
            <pc:docMk/>
            <pc:sldMk cId="808150241" sldId="259"/>
            <ac:spMk id="3" creationId="{7BCC47F9-8F28-B363-E069-187B4C79882A}"/>
          </ac:spMkLst>
        </pc:spChg>
        <pc:spChg chg="add">
          <ac:chgData name="Warren Buenarte" userId="56c692c482606a65" providerId="LiveId" clId="{8056F086-D5E7-46AD-A0A5-61F0389AB16B}" dt="2025-06-01T05:20:00.533" v="173"/>
          <ac:spMkLst>
            <pc:docMk/>
            <pc:sldMk cId="808150241" sldId="259"/>
            <ac:spMk id="4" creationId="{F5C9AFB1-F6F2-F457-B4BB-721EF18AB727}"/>
          </ac:spMkLst>
        </pc:spChg>
        <pc:spChg chg="add">
          <ac:chgData name="Warren Buenarte" userId="56c692c482606a65" providerId="LiveId" clId="{8056F086-D5E7-46AD-A0A5-61F0389AB16B}" dt="2025-06-01T05:20:00.533" v="173"/>
          <ac:spMkLst>
            <pc:docMk/>
            <pc:sldMk cId="808150241" sldId="259"/>
            <ac:spMk id="5" creationId="{3FBDD860-29A2-8F93-B749-B006594AEEC3}"/>
          </ac:spMkLst>
        </pc:spChg>
        <pc:spChg chg="add">
          <ac:chgData name="Warren Buenarte" userId="56c692c482606a65" providerId="LiveId" clId="{8056F086-D5E7-46AD-A0A5-61F0389AB16B}" dt="2025-06-01T05:20:00.533" v="173"/>
          <ac:spMkLst>
            <pc:docMk/>
            <pc:sldMk cId="808150241" sldId="259"/>
            <ac:spMk id="6" creationId="{F50F883B-667C-DA87-A0ED-B60B685FB5F6}"/>
          </ac:spMkLst>
        </pc:spChg>
        <pc:picChg chg="add">
          <ac:chgData name="Warren Buenarte" userId="56c692c482606a65" providerId="LiveId" clId="{8056F086-D5E7-46AD-A0A5-61F0389AB16B}" dt="2025-06-01T05:20:00.533" v="173"/>
          <ac:picMkLst>
            <pc:docMk/>
            <pc:sldMk cId="808150241" sldId="259"/>
            <ac:picMk id="1025" creationId="{23B27ECA-C759-53FE-837E-463732A3D6A2}"/>
          </ac:picMkLst>
        </pc:picChg>
        <pc:picChg chg="add">
          <ac:chgData name="Warren Buenarte" userId="56c692c482606a65" providerId="LiveId" clId="{8056F086-D5E7-46AD-A0A5-61F0389AB16B}" dt="2025-06-01T05:20:00.533" v="173"/>
          <ac:picMkLst>
            <pc:docMk/>
            <pc:sldMk cId="808150241" sldId="259"/>
            <ac:picMk id="1026" creationId="{3B84971E-BE01-5362-1807-890620FBBE0B}"/>
          </ac:picMkLst>
        </pc:picChg>
      </pc:sldChg>
      <pc:sldChg chg="addSp delSp modSp new mod">
        <pc:chgData name="Warren Buenarte" userId="56c692c482606a65" providerId="LiveId" clId="{8056F086-D5E7-46AD-A0A5-61F0389AB16B}" dt="2025-06-01T05:35:08.894" v="547" actId="1076"/>
        <pc:sldMkLst>
          <pc:docMk/>
          <pc:sldMk cId="2220117088" sldId="260"/>
        </pc:sldMkLst>
        <pc:spChg chg="mod">
          <ac:chgData name="Warren Buenarte" userId="56c692c482606a65" providerId="LiveId" clId="{8056F086-D5E7-46AD-A0A5-61F0389AB16B}" dt="2025-06-01T05:34:55.787" v="542" actId="1076"/>
          <ac:spMkLst>
            <pc:docMk/>
            <pc:sldMk cId="2220117088" sldId="260"/>
            <ac:spMk id="2" creationId="{56C05B54-163E-502E-7B8D-A7A02047B300}"/>
          </ac:spMkLst>
        </pc:spChg>
        <pc:spChg chg="mod">
          <ac:chgData name="Warren Buenarte" userId="56c692c482606a65" providerId="LiveId" clId="{8056F086-D5E7-46AD-A0A5-61F0389AB16B}" dt="2025-06-01T05:35:01.963" v="544" actId="14100"/>
          <ac:spMkLst>
            <pc:docMk/>
            <pc:sldMk cId="2220117088" sldId="260"/>
            <ac:spMk id="3" creationId="{B7F8C803-E064-A8A2-B51A-7065765C9C59}"/>
          </ac:spMkLst>
        </pc:spChg>
        <pc:spChg chg="add del">
          <ac:chgData name="Warren Buenarte" userId="56c692c482606a65" providerId="LiveId" clId="{8056F086-D5E7-46AD-A0A5-61F0389AB16B}" dt="2025-06-01T05:34:20.463" v="527" actId="22"/>
          <ac:spMkLst>
            <pc:docMk/>
            <pc:sldMk cId="2220117088" sldId="260"/>
            <ac:spMk id="9" creationId="{7B96424F-956E-DB07-573D-52378634525E}"/>
          </ac:spMkLst>
        </pc:spChg>
        <pc:spChg chg="add mod">
          <ac:chgData name="Warren Buenarte" userId="56c692c482606a65" providerId="LiveId" clId="{8056F086-D5E7-46AD-A0A5-61F0389AB16B}" dt="2025-06-01T05:35:04.792" v="545" actId="1076"/>
          <ac:spMkLst>
            <pc:docMk/>
            <pc:sldMk cId="2220117088" sldId="260"/>
            <ac:spMk id="11" creationId="{B4FE53A8-C355-29CE-4F54-D140E0866169}"/>
          </ac:spMkLst>
        </pc:spChg>
        <pc:picChg chg="add mod">
          <ac:chgData name="Warren Buenarte" userId="56c692c482606a65" providerId="LiveId" clId="{8056F086-D5E7-46AD-A0A5-61F0389AB16B}" dt="2025-06-01T05:35:06.844" v="546" actId="1076"/>
          <ac:picMkLst>
            <pc:docMk/>
            <pc:sldMk cId="2220117088" sldId="260"/>
            <ac:picMk id="5" creationId="{53B60C70-F9A1-E8F7-0113-23C6D6E89AB1}"/>
          </ac:picMkLst>
        </pc:picChg>
        <pc:picChg chg="add mod">
          <ac:chgData name="Warren Buenarte" userId="56c692c482606a65" providerId="LiveId" clId="{8056F086-D5E7-46AD-A0A5-61F0389AB16B}" dt="2025-06-01T05:35:08.894" v="547" actId="1076"/>
          <ac:picMkLst>
            <pc:docMk/>
            <pc:sldMk cId="2220117088" sldId="260"/>
            <ac:picMk id="7" creationId="{6785C127-E4AF-1FD6-A18B-A9238036253C}"/>
          </ac:picMkLst>
        </pc:picChg>
      </pc:sldChg>
      <pc:sldChg chg="modSp new mod ord">
        <pc:chgData name="Warren Buenarte" userId="56c692c482606a65" providerId="LiveId" clId="{8056F086-D5E7-46AD-A0A5-61F0389AB16B}" dt="2025-06-01T05:29:07.712" v="503"/>
        <pc:sldMkLst>
          <pc:docMk/>
          <pc:sldMk cId="740704133" sldId="261"/>
        </pc:sldMkLst>
        <pc:spChg chg="mod">
          <ac:chgData name="Warren Buenarte" userId="56c692c482606a65" providerId="LiveId" clId="{8056F086-D5E7-46AD-A0A5-61F0389AB16B}" dt="2025-06-01T05:27:17.550" v="497" actId="20577"/>
          <ac:spMkLst>
            <pc:docMk/>
            <pc:sldMk cId="740704133" sldId="261"/>
            <ac:spMk id="2" creationId="{CC7AF10B-DB13-1D9D-967F-1E35C147F97F}"/>
          </ac:spMkLst>
        </pc:spChg>
        <pc:spChg chg="mod">
          <ac:chgData name="Warren Buenarte" userId="56c692c482606a65" providerId="LiveId" clId="{8056F086-D5E7-46AD-A0A5-61F0389AB16B}" dt="2025-06-01T05:25:14.431" v="470" actId="14100"/>
          <ac:spMkLst>
            <pc:docMk/>
            <pc:sldMk cId="740704133" sldId="261"/>
            <ac:spMk id="3" creationId="{B9A13806-427C-F8D3-30BF-16A600AFF1DF}"/>
          </ac:spMkLst>
        </pc:spChg>
      </pc:sldChg>
      <pc:sldChg chg="modSp new mod">
        <pc:chgData name="Warren Buenarte" userId="56c692c482606a65" providerId="LiveId" clId="{8056F086-D5E7-46AD-A0A5-61F0389AB16B}" dt="2025-06-01T05:27:14.378" v="495" actId="20577"/>
        <pc:sldMkLst>
          <pc:docMk/>
          <pc:sldMk cId="1777025180" sldId="262"/>
        </pc:sldMkLst>
        <pc:spChg chg="mod">
          <ac:chgData name="Warren Buenarte" userId="56c692c482606a65" providerId="LiveId" clId="{8056F086-D5E7-46AD-A0A5-61F0389AB16B}" dt="2025-06-01T05:27:14.378" v="495" actId="20577"/>
          <ac:spMkLst>
            <pc:docMk/>
            <pc:sldMk cId="1777025180" sldId="262"/>
            <ac:spMk id="2" creationId="{CE73D67A-6C32-9C1D-CFD1-563CB2E656D8}"/>
          </ac:spMkLst>
        </pc:spChg>
        <pc:spChg chg="mod">
          <ac:chgData name="Warren Buenarte" userId="56c692c482606a65" providerId="LiveId" clId="{8056F086-D5E7-46AD-A0A5-61F0389AB16B}" dt="2025-06-01T05:25:44.570" v="472" actId="27636"/>
          <ac:spMkLst>
            <pc:docMk/>
            <pc:sldMk cId="1777025180" sldId="262"/>
            <ac:spMk id="3" creationId="{8769946B-89EB-5D53-836D-DA2E3BCB0A1C}"/>
          </ac:spMkLst>
        </pc:spChg>
      </pc:sldChg>
      <pc:sldChg chg="modSp new mod">
        <pc:chgData name="Warren Buenarte" userId="56c692c482606a65" providerId="LiveId" clId="{8056F086-D5E7-46AD-A0A5-61F0389AB16B}" dt="2025-06-01T05:27:09.916" v="493" actId="20577"/>
        <pc:sldMkLst>
          <pc:docMk/>
          <pc:sldMk cId="2593700581" sldId="263"/>
        </pc:sldMkLst>
        <pc:spChg chg="mod">
          <ac:chgData name="Warren Buenarte" userId="56c692c482606a65" providerId="LiveId" clId="{8056F086-D5E7-46AD-A0A5-61F0389AB16B}" dt="2025-06-01T05:27:09.916" v="493" actId="20577"/>
          <ac:spMkLst>
            <pc:docMk/>
            <pc:sldMk cId="2593700581" sldId="263"/>
            <ac:spMk id="2" creationId="{1E6FE4B2-8747-733E-63B7-DF7B962F8F34}"/>
          </ac:spMkLst>
        </pc:spChg>
        <pc:spChg chg="mod">
          <ac:chgData name="Warren Buenarte" userId="56c692c482606a65" providerId="LiveId" clId="{8056F086-D5E7-46AD-A0A5-61F0389AB16B}" dt="2025-06-01T05:27:07.180" v="491" actId="20577"/>
          <ac:spMkLst>
            <pc:docMk/>
            <pc:sldMk cId="2593700581" sldId="263"/>
            <ac:spMk id="3" creationId="{865CADA9-194B-A0EE-D468-DD9A93C04A7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8B006-85F9-42FC-5E4D-7C33B94E92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E04998-774C-9998-7C08-CAA00ECA55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012431-9930-B622-A8F6-8385B6DEE6D4}"/>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5" name="Footer Placeholder 4">
            <a:extLst>
              <a:ext uri="{FF2B5EF4-FFF2-40B4-BE49-F238E27FC236}">
                <a16:creationId xmlns:a16="http://schemas.microsoft.com/office/drawing/2014/main" id="{4A0BAB92-9C08-AA4E-A848-7BD6E93AA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235237-DE53-18CB-0AE3-FCE17E5672BC}"/>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2289205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61B34-39CC-9478-BBA2-A7C39B9494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3F5CAE-CEF9-7616-669C-AC63BBBE7B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FD9ED7-FF0D-A155-506D-1CA6910440B7}"/>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5" name="Footer Placeholder 4">
            <a:extLst>
              <a:ext uri="{FF2B5EF4-FFF2-40B4-BE49-F238E27FC236}">
                <a16:creationId xmlns:a16="http://schemas.microsoft.com/office/drawing/2014/main" id="{B57846EC-5F3F-B48D-3A53-8626E1B6B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5B7165-EBB5-6009-DA57-CDD0C1D50D99}"/>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2569485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42B30-DA84-FDAE-0A2F-847C77F60F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5D8CA1-5EE8-3176-4EE6-5C45E5255C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D3CAE9-BD89-E2A8-B268-AA35BC300F95}"/>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5" name="Footer Placeholder 4">
            <a:extLst>
              <a:ext uri="{FF2B5EF4-FFF2-40B4-BE49-F238E27FC236}">
                <a16:creationId xmlns:a16="http://schemas.microsoft.com/office/drawing/2014/main" id="{AD7C5D74-F532-6BC6-117C-147AA3AD0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B6A785-E657-57B3-8376-32CA27822CFF}"/>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1718786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B5B7-2D3D-EF20-7D3F-66E1D3F093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26A319-DD74-215C-6FB3-E92507DF1F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6D588A-5E7D-F155-95DC-E098CEEC57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3C8F81-9819-5D10-40F1-766BA5ACCA25}"/>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6" name="Footer Placeholder 5">
            <a:extLst>
              <a:ext uri="{FF2B5EF4-FFF2-40B4-BE49-F238E27FC236}">
                <a16:creationId xmlns:a16="http://schemas.microsoft.com/office/drawing/2014/main" id="{227E813D-EB88-C544-13F7-F502D11C79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93C29E-60DA-E1FF-ECC7-A50BA08837AB}"/>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1808214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40DC5-5138-114B-D572-ACF9CD6F3A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397258-C955-59C7-37C9-61DD3CF71A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E497AA-659A-B28F-0124-EB87E725C9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97E0CE-AE68-15A4-3139-6627F0189E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853C26-E7D0-AEA5-4D80-060B0CFFCD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16A2D-0C07-212C-9A74-495C371627D7}"/>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8" name="Footer Placeholder 7">
            <a:extLst>
              <a:ext uri="{FF2B5EF4-FFF2-40B4-BE49-F238E27FC236}">
                <a16:creationId xmlns:a16="http://schemas.microsoft.com/office/drawing/2014/main" id="{232697A9-5E2B-9A2F-BAD7-7E3A797175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AA7923-880D-4BA8-B919-94B8AE181432}"/>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1115929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38B3-EAD6-0E18-ACEF-B4BC0B3A47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5BDC8F-6C16-BEA1-9687-85723F6A1AD6}"/>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4" name="Footer Placeholder 3">
            <a:extLst>
              <a:ext uri="{FF2B5EF4-FFF2-40B4-BE49-F238E27FC236}">
                <a16:creationId xmlns:a16="http://schemas.microsoft.com/office/drawing/2014/main" id="{1A274B3C-DAC0-59A8-A84A-4C8771A0CB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BCF825-F265-525A-A7E3-043D6F86523E}"/>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322791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5C231E-96C5-DF5C-DF2C-976B1B3EE2EF}"/>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3" name="Footer Placeholder 2">
            <a:extLst>
              <a:ext uri="{FF2B5EF4-FFF2-40B4-BE49-F238E27FC236}">
                <a16:creationId xmlns:a16="http://schemas.microsoft.com/office/drawing/2014/main" id="{ED5B0E76-5C30-130A-C0FE-3F78D6B2F9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689150-AEE2-BDE3-588E-0BE4F26A8F56}"/>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189256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F64A-5BC3-331B-11AB-A57158073E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970626-1568-82DA-725B-04FFE1E1D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289DD8-122D-0428-CC41-2DEB52B2AA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ABE79-A12B-FC4D-7466-A3F2FDD7D314}"/>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6" name="Footer Placeholder 5">
            <a:extLst>
              <a:ext uri="{FF2B5EF4-FFF2-40B4-BE49-F238E27FC236}">
                <a16:creationId xmlns:a16="http://schemas.microsoft.com/office/drawing/2014/main" id="{9223B164-FBBA-9675-DDF4-1034B837C9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761C1A-ED87-5FC2-5480-D0BB254255BE}"/>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160921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1C61-72EE-73B9-3141-180A2C792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5CF1C8-F51E-088B-378F-0864E2C34D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82C65A-0813-5776-2A0A-81C0B4A195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C6A62-42DA-5FC6-476B-B16B8C047F8A}"/>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6" name="Footer Placeholder 5">
            <a:extLst>
              <a:ext uri="{FF2B5EF4-FFF2-40B4-BE49-F238E27FC236}">
                <a16:creationId xmlns:a16="http://schemas.microsoft.com/office/drawing/2014/main" id="{4FD9B1F8-4E3E-9789-EF93-020D87A1AD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18A529-24D9-F9E2-98AB-4DC63AA01C67}"/>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3330863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42A2-7BCF-8F09-EB79-CCA96BA7FA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901AD0-B9E7-E5A0-9008-A9C7EBECE5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4B80CD-1773-639E-11C0-47543E3EF5A5}"/>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5" name="Footer Placeholder 4">
            <a:extLst>
              <a:ext uri="{FF2B5EF4-FFF2-40B4-BE49-F238E27FC236}">
                <a16:creationId xmlns:a16="http://schemas.microsoft.com/office/drawing/2014/main" id="{B8B4BBD6-78E4-2C43-030A-3CD4456E4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45E81-38C2-00BC-A2E6-80A8501CDB03}"/>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1582010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86B6CD-7750-DB7B-28CC-D0F12D9655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D9F25F-B162-A6E3-96C2-4A2F53FF7A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DED366-0EA7-7271-6704-888179E0C800}"/>
              </a:ext>
            </a:extLst>
          </p:cNvPr>
          <p:cNvSpPr>
            <a:spLocks noGrp="1"/>
          </p:cNvSpPr>
          <p:nvPr>
            <p:ph type="dt" sz="half" idx="10"/>
          </p:nvPr>
        </p:nvSpPr>
        <p:spPr/>
        <p:txBody>
          <a:bodyPr/>
          <a:lstStyle/>
          <a:p>
            <a:fld id="{BF52A232-040C-42B9-AA46-9C091521C865}" type="datetimeFigureOut">
              <a:rPr lang="en-US" smtClean="0"/>
              <a:t>5/31/2025</a:t>
            </a:fld>
            <a:endParaRPr lang="en-US"/>
          </a:p>
        </p:txBody>
      </p:sp>
      <p:sp>
        <p:nvSpPr>
          <p:cNvPr id="5" name="Footer Placeholder 4">
            <a:extLst>
              <a:ext uri="{FF2B5EF4-FFF2-40B4-BE49-F238E27FC236}">
                <a16:creationId xmlns:a16="http://schemas.microsoft.com/office/drawing/2014/main" id="{A64C5150-6E1C-CE5C-3FF5-48014F42DF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91086-E1ED-2DE4-602C-1222D725A986}"/>
              </a:ext>
            </a:extLst>
          </p:cNvPr>
          <p:cNvSpPr>
            <a:spLocks noGrp="1"/>
          </p:cNvSpPr>
          <p:nvPr>
            <p:ph type="sldNum" sz="quarter" idx="12"/>
          </p:nvPr>
        </p:nvSpPr>
        <p:spPr/>
        <p:txBody>
          <a:bodyPr/>
          <a:lstStyle/>
          <a:p>
            <a:fld id="{C0328BCB-AA4E-4285-870F-965EC25790A3}" type="slidenum">
              <a:rPr lang="en-US" smtClean="0"/>
              <a:t>‹#›</a:t>
            </a:fld>
            <a:endParaRPr lang="en-US"/>
          </a:p>
        </p:txBody>
      </p:sp>
    </p:spTree>
    <p:extLst>
      <p:ext uri="{BB962C8B-B14F-4D97-AF65-F5344CB8AC3E}">
        <p14:creationId xmlns:p14="http://schemas.microsoft.com/office/powerpoint/2010/main" val="3799328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95C92-E7D1-3762-1B76-19CE8B9C2D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706B63-9159-5D38-42CC-4A11C3662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5B0BB-1F12-2406-E82D-DAB1F96947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52A232-040C-42B9-AA46-9C091521C865}" type="datetimeFigureOut">
              <a:rPr lang="en-US" smtClean="0"/>
              <a:t>5/31/2025</a:t>
            </a:fld>
            <a:endParaRPr lang="en-US"/>
          </a:p>
        </p:txBody>
      </p:sp>
      <p:sp>
        <p:nvSpPr>
          <p:cNvPr id="5" name="Footer Placeholder 4">
            <a:extLst>
              <a:ext uri="{FF2B5EF4-FFF2-40B4-BE49-F238E27FC236}">
                <a16:creationId xmlns:a16="http://schemas.microsoft.com/office/drawing/2014/main" id="{EF5E2ED4-A238-B8BF-4D5A-9CD0D4B8DF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5BFE55-8873-B1E2-F4FF-BC6F091BB7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28BCB-AA4E-4285-870F-965EC25790A3}" type="slidenum">
              <a:rPr lang="en-US" smtClean="0"/>
              <a:t>‹#›</a:t>
            </a:fld>
            <a:endParaRPr lang="en-US"/>
          </a:p>
        </p:txBody>
      </p:sp>
    </p:spTree>
    <p:extLst>
      <p:ext uri="{BB962C8B-B14F-4D97-AF65-F5344CB8AC3E}">
        <p14:creationId xmlns:p14="http://schemas.microsoft.com/office/powerpoint/2010/main" val="1855421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creativecommons.org/licenses/by-nc-sa/3.0/" TargetMode="External"/><Relationship Id="rId3" Type="http://schemas.openxmlformats.org/officeDocument/2006/relationships/hyperlink" Target="https://omicstutorials.com/data-science-for-bioinformatics-a-comprehensive-introduction-to-analyzing-biological-data/" TargetMode="External"/><Relationship Id="rId7" Type="http://schemas.openxmlformats.org/officeDocument/2006/relationships/hyperlink" Target="https://iabac.org/blog/exploring-real-world-applications-of-machine-learning-in-data-science"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hyperlink" Target="https://80000hours.org/career-guide/top-careers/profiles/data-science/" TargetMode="External"/><Relationship Id="rId10" Type="http://schemas.openxmlformats.org/officeDocument/2006/relationships/hyperlink" Target="https://creativecommons.org/licenses/by-sa/3.0/" TargetMode="External"/><Relationship Id="rId4" Type="http://schemas.openxmlformats.org/officeDocument/2006/relationships/image" Target="../media/image2.png"/><Relationship Id="rId9" Type="http://schemas.openxmlformats.org/officeDocument/2006/relationships/hyperlink" Target="https://creativecommons.org/licenses/by/3.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848F64AA-5BE2-4280-BEFA-DC288118FC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holding a device with gears and icons&#10;&#10;AI-generated content may be incorrect.">
            <a:extLst>
              <a:ext uri="{FF2B5EF4-FFF2-40B4-BE49-F238E27FC236}">
                <a16:creationId xmlns:a16="http://schemas.microsoft.com/office/drawing/2014/main" id="{7F942805-AA1A-9AA0-9114-CFC07A9D851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964" r="2" b="2"/>
          <a:stretch>
            <a:fillRect/>
          </a:stretch>
        </p:blipFill>
        <p:spPr>
          <a:xfrm>
            <a:off x="20" y="2"/>
            <a:ext cx="7534620" cy="4197368"/>
          </a:xfrm>
          <a:custGeom>
            <a:avLst/>
            <a:gdLst/>
            <a:ahLst/>
            <a:cxnLst/>
            <a:rect l="l" t="t" r="r" b="b"/>
            <a:pathLst>
              <a:path w="7534640" h="4197368">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509063" y="4095753"/>
                  <a:pt x="4453918" y="4128339"/>
                  <a:pt x="4430941" y="4172622"/>
                </a:cubicBezTo>
                <a:lnTo>
                  <a:pt x="4423415" y="4197368"/>
                </a:lnTo>
                <a:lnTo>
                  <a:pt x="0" y="4197368"/>
                </a:lnTo>
                <a:close/>
              </a:path>
            </a:pathLst>
          </a:custGeom>
        </p:spPr>
      </p:pic>
      <p:pic>
        <p:nvPicPr>
          <p:cNvPr id="8" name="Picture 7" descr="A network of dots and lines&#10;&#10;AI-generated content may be incorrect.">
            <a:extLst>
              <a:ext uri="{FF2B5EF4-FFF2-40B4-BE49-F238E27FC236}">
                <a16:creationId xmlns:a16="http://schemas.microsoft.com/office/drawing/2014/main" id="{21634D55-7307-E686-00C7-B0A146B1A9A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3359" r="9437" b="1"/>
          <a:stretch>
            <a:fillRect/>
          </a:stretch>
        </p:blipFill>
        <p:spPr>
          <a:xfrm>
            <a:off x="7653536" y="1"/>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pic>
        <p:nvPicPr>
          <p:cNvPr id="11" name="Picture 10" descr="A robot hand typing on a computer&#10;&#10;AI-generated content may be incorrect.">
            <a:extLst>
              <a:ext uri="{FF2B5EF4-FFF2-40B4-BE49-F238E27FC236}">
                <a16:creationId xmlns:a16="http://schemas.microsoft.com/office/drawing/2014/main" id="{CEB8E1E2-7E1D-65A7-D12F-E3A86F83EAE9}"/>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16767" r="-1" b="27537"/>
          <a:stretch>
            <a:fillRect/>
          </a:stretch>
        </p:blipFill>
        <p:spPr>
          <a:xfrm>
            <a:off x="1" y="4316255"/>
            <a:ext cx="6836850" cy="2541737"/>
          </a:xfrm>
          <a:custGeom>
            <a:avLst/>
            <a:gdLst/>
            <a:ahLst/>
            <a:cxnLst/>
            <a:rect l="l" t="t" r="r" b="b"/>
            <a:pathLst>
              <a:path w="6836850" h="2541737">
                <a:moveTo>
                  <a:pt x="0" y="0"/>
                </a:moveTo>
                <a:lnTo>
                  <a:pt x="4460098" y="0"/>
                </a:lnTo>
                <a:lnTo>
                  <a:pt x="4483996" y="31836"/>
                </a:lnTo>
                <a:cubicBezTo>
                  <a:pt x="4644419" y="28495"/>
                  <a:pt x="4627708" y="282495"/>
                  <a:pt x="4788129" y="245732"/>
                </a:cubicBezTo>
                <a:cubicBezTo>
                  <a:pt x="4754709" y="362707"/>
                  <a:pt x="4641076" y="302548"/>
                  <a:pt x="4600971" y="389443"/>
                </a:cubicBezTo>
                <a:cubicBezTo>
                  <a:pt x="4684524" y="462970"/>
                  <a:pt x="4844945" y="409497"/>
                  <a:pt x="4871683" y="563233"/>
                </a:cubicBezTo>
                <a:cubicBezTo>
                  <a:pt x="4838262" y="723655"/>
                  <a:pt x="4945210" y="703602"/>
                  <a:pt x="5032105" y="713629"/>
                </a:cubicBezTo>
                <a:cubicBezTo>
                  <a:pt x="5239317" y="733683"/>
                  <a:pt x="5439843" y="747050"/>
                  <a:pt x="5643713" y="780472"/>
                </a:cubicBezTo>
                <a:cubicBezTo>
                  <a:pt x="5693844" y="790498"/>
                  <a:pt x="5810819" y="767103"/>
                  <a:pt x="5800794" y="870709"/>
                </a:cubicBezTo>
                <a:cubicBezTo>
                  <a:pt x="5790767" y="954261"/>
                  <a:pt x="5700529" y="924184"/>
                  <a:pt x="5643713" y="927525"/>
                </a:cubicBezTo>
                <a:cubicBezTo>
                  <a:pt x="5329553" y="967632"/>
                  <a:pt x="5012052" y="904131"/>
                  <a:pt x="4701235" y="907472"/>
                </a:cubicBezTo>
                <a:cubicBezTo>
                  <a:pt x="4664472" y="907472"/>
                  <a:pt x="4657787" y="1017762"/>
                  <a:pt x="4577576" y="980999"/>
                </a:cubicBezTo>
                <a:cubicBezTo>
                  <a:pt x="4788129" y="1081263"/>
                  <a:pt x="5767372" y="1108001"/>
                  <a:pt x="6094900" y="1161474"/>
                </a:cubicBezTo>
                <a:cubicBezTo>
                  <a:pt x="5754004" y="1542477"/>
                  <a:pt x="5429817" y="1311870"/>
                  <a:pt x="5159105" y="1525765"/>
                </a:cubicBezTo>
                <a:cubicBezTo>
                  <a:pt x="5159105" y="1525765"/>
                  <a:pt x="5212580" y="1525765"/>
                  <a:pt x="5443187" y="1595950"/>
                </a:cubicBezTo>
                <a:cubicBezTo>
                  <a:pt x="5627002" y="1652765"/>
                  <a:pt x="5536765" y="1732976"/>
                  <a:pt x="6001321" y="1886715"/>
                </a:cubicBezTo>
                <a:cubicBezTo>
                  <a:pt x="5824188" y="1936846"/>
                  <a:pt x="5593581" y="1839925"/>
                  <a:pt x="5506685" y="2100610"/>
                </a:cubicBezTo>
                <a:cubicBezTo>
                  <a:pt x="5643713" y="2147401"/>
                  <a:pt x="5807477" y="2103953"/>
                  <a:pt x="5904398" y="2227611"/>
                </a:cubicBezTo>
                <a:cubicBezTo>
                  <a:pt x="5934478" y="2264375"/>
                  <a:pt x="5964557" y="2287770"/>
                  <a:pt x="6001321" y="2307821"/>
                </a:cubicBezTo>
                <a:cubicBezTo>
                  <a:pt x="5984612" y="2314507"/>
                  <a:pt x="5964557" y="2321190"/>
                  <a:pt x="5951188" y="2327874"/>
                </a:cubicBezTo>
                <a:cubicBezTo>
                  <a:pt x="5977925" y="2351271"/>
                  <a:pt x="6663060" y="2478270"/>
                  <a:pt x="6836850" y="2481613"/>
                </a:cubicBezTo>
                <a:cubicBezTo>
                  <a:pt x="6761652" y="2506679"/>
                  <a:pt x="6636845" y="2527828"/>
                  <a:pt x="6553814" y="2540165"/>
                </a:cubicBezTo>
                <a:lnTo>
                  <a:pt x="6542822" y="2541737"/>
                </a:lnTo>
                <a:lnTo>
                  <a:pt x="0" y="2541737"/>
                </a:lnTo>
                <a:close/>
              </a:path>
            </a:pathLst>
          </a:custGeom>
        </p:spPr>
      </p:pic>
      <p:sp>
        <p:nvSpPr>
          <p:cNvPr id="2" name="Title 1">
            <a:extLst>
              <a:ext uri="{FF2B5EF4-FFF2-40B4-BE49-F238E27FC236}">
                <a16:creationId xmlns:a16="http://schemas.microsoft.com/office/drawing/2014/main" id="{61BD71CE-29EE-0590-2BE1-471C0ED51947}"/>
              </a:ext>
            </a:extLst>
          </p:cNvPr>
          <p:cNvSpPr>
            <a:spLocks noGrp="1"/>
          </p:cNvSpPr>
          <p:nvPr>
            <p:ph type="ctrTitle"/>
          </p:nvPr>
        </p:nvSpPr>
        <p:spPr>
          <a:xfrm>
            <a:off x="6343650" y="3996130"/>
            <a:ext cx="5505814" cy="1576910"/>
          </a:xfrm>
        </p:spPr>
        <p:txBody>
          <a:bodyPr anchor="b">
            <a:normAutofit/>
          </a:bodyPr>
          <a:lstStyle/>
          <a:p>
            <a:pPr algn="l"/>
            <a:r>
              <a:rPr lang="en-US" sz="4400"/>
              <a:t>D606 Data Science Capstone </a:t>
            </a:r>
          </a:p>
        </p:txBody>
      </p:sp>
      <p:sp>
        <p:nvSpPr>
          <p:cNvPr id="3" name="Subtitle 2">
            <a:extLst>
              <a:ext uri="{FF2B5EF4-FFF2-40B4-BE49-F238E27FC236}">
                <a16:creationId xmlns:a16="http://schemas.microsoft.com/office/drawing/2014/main" id="{44D23205-83CF-B57C-F3C5-DC31B2EB84D3}"/>
              </a:ext>
            </a:extLst>
          </p:cNvPr>
          <p:cNvSpPr>
            <a:spLocks noGrp="1"/>
          </p:cNvSpPr>
          <p:nvPr>
            <p:ph type="subTitle" idx="1"/>
          </p:nvPr>
        </p:nvSpPr>
        <p:spPr>
          <a:xfrm>
            <a:off x="6343650" y="5638800"/>
            <a:ext cx="5505814" cy="646785"/>
          </a:xfrm>
        </p:spPr>
        <p:txBody>
          <a:bodyPr>
            <a:normAutofit/>
          </a:bodyPr>
          <a:lstStyle/>
          <a:p>
            <a:pPr algn="l"/>
            <a:r>
              <a:rPr lang="en-US"/>
              <a:t>Warren Buenarte</a:t>
            </a:r>
          </a:p>
        </p:txBody>
      </p:sp>
      <p:sp>
        <p:nvSpPr>
          <p:cNvPr id="6" name="TextBox 5">
            <a:extLst>
              <a:ext uri="{FF2B5EF4-FFF2-40B4-BE49-F238E27FC236}">
                <a16:creationId xmlns:a16="http://schemas.microsoft.com/office/drawing/2014/main" id="{77BF3507-59EC-9DBF-3FDF-769234BE1025}"/>
              </a:ext>
            </a:extLst>
          </p:cNvPr>
          <p:cNvSpPr txBox="1"/>
          <p:nvPr/>
        </p:nvSpPr>
        <p:spPr>
          <a:xfrm>
            <a:off x="9602830" y="6870700"/>
            <a:ext cx="2589170"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omicstutorials.com/data-science-for-bioinformatics-a-comprehensive-introduction-to-analyzing-biological-data/">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8"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
        <p:nvSpPr>
          <p:cNvPr id="9" name="TextBox 8">
            <a:extLst>
              <a:ext uri="{FF2B5EF4-FFF2-40B4-BE49-F238E27FC236}">
                <a16:creationId xmlns:a16="http://schemas.microsoft.com/office/drawing/2014/main" id="{AA9E072B-FC45-52BD-CA14-E1BAB6E4FEB7}"/>
              </a:ext>
            </a:extLst>
          </p:cNvPr>
          <p:cNvSpPr txBox="1"/>
          <p:nvPr/>
        </p:nvSpPr>
        <p:spPr>
          <a:xfrm>
            <a:off x="7292706" y="6870700"/>
            <a:ext cx="2297424"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5" tooltip="https://80000hours.org/career-guide/top-careers/profiles/data-science/">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9"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
        <p:nvSpPr>
          <p:cNvPr id="12" name="TextBox 11">
            <a:extLst>
              <a:ext uri="{FF2B5EF4-FFF2-40B4-BE49-F238E27FC236}">
                <a16:creationId xmlns:a16="http://schemas.microsoft.com/office/drawing/2014/main" id="{5BE39657-0F91-85D1-1826-D85423368C3A}"/>
              </a:ext>
            </a:extLst>
          </p:cNvPr>
          <p:cNvSpPr txBox="1"/>
          <p:nvPr/>
        </p:nvSpPr>
        <p:spPr>
          <a:xfrm>
            <a:off x="4847930" y="6870700"/>
            <a:ext cx="2432076"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7" tooltip="https://iabac.org/blog/exploring-real-world-applications-of-machine-learning-in-data-science">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10"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2117110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674D3-381B-B5D6-EA25-2DCED15B0EFB}"/>
              </a:ext>
            </a:extLst>
          </p:cNvPr>
          <p:cNvSpPr>
            <a:spLocks noGrp="1"/>
          </p:cNvSpPr>
          <p:nvPr>
            <p:ph type="title"/>
          </p:nvPr>
        </p:nvSpPr>
        <p:spPr/>
        <p:txBody>
          <a:bodyPr/>
          <a:lstStyle/>
          <a:p>
            <a:r>
              <a:rPr lang="en-US" dirty="0"/>
              <a:t>Intro and Background</a:t>
            </a:r>
          </a:p>
        </p:txBody>
      </p:sp>
      <p:sp>
        <p:nvSpPr>
          <p:cNvPr id="3" name="Content Placeholder 2">
            <a:extLst>
              <a:ext uri="{FF2B5EF4-FFF2-40B4-BE49-F238E27FC236}">
                <a16:creationId xmlns:a16="http://schemas.microsoft.com/office/drawing/2014/main" id="{8698FC87-E2AA-9248-E5E3-F5E11E969A40}"/>
              </a:ext>
            </a:extLst>
          </p:cNvPr>
          <p:cNvSpPr>
            <a:spLocks noGrp="1"/>
          </p:cNvSpPr>
          <p:nvPr>
            <p:ph idx="1"/>
          </p:nvPr>
        </p:nvSpPr>
        <p:spPr/>
        <p:txBody>
          <a:bodyPr/>
          <a:lstStyle/>
          <a:p>
            <a:r>
              <a:rPr lang="en-US" dirty="0"/>
              <a:t>Warren Buenarte </a:t>
            </a:r>
          </a:p>
          <a:p>
            <a:r>
              <a:rPr lang="en-US" dirty="0"/>
              <a:t>Western Governors University </a:t>
            </a:r>
          </a:p>
          <a:p>
            <a:r>
              <a:rPr lang="en-US" dirty="0"/>
              <a:t>MS Data Analytics (Data Science)</a:t>
            </a:r>
          </a:p>
        </p:txBody>
      </p:sp>
    </p:spTree>
    <p:extLst>
      <p:ext uri="{BB962C8B-B14F-4D97-AF65-F5344CB8AC3E}">
        <p14:creationId xmlns:p14="http://schemas.microsoft.com/office/powerpoint/2010/main" val="2525030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9E987-91E3-1C43-66D6-23A1B4260CBB}"/>
              </a:ext>
            </a:extLst>
          </p:cNvPr>
          <p:cNvSpPr>
            <a:spLocks noGrp="1"/>
          </p:cNvSpPr>
          <p:nvPr>
            <p:ph type="title"/>
          </p:nvPr>
        </p:nvSpPr>
        <p:spPr/>
        <p:txBody>
          <a:bodyPr/>
          <a:lstStyle/>
          <a:p>
            <a:r>
              <a:rPr lang="en-US" dirty="0">
                <a:solidFill>
                  <a:srgbClr val="333333"/>
                </a:solidFill>
                <a:latin typeface="Lato" panose="020F0502020204030203" pitchFamily="34" charset="0"/>
              </a:rPr>
              <a:t>S</a:t>
            </a:r>
            <a:r>
              <a:rPr lang="en-US" b="0" i="0" dirty="0">
                <a:solidFill>
                  <a:srgbClr val="333333"/>
                </a:solidFill>
                <a:effectLst/>
                <a:latin typeface="Lato" panose="020F0502020204030203" pitchFamily="34" charset="0"/>
              </a:rPr>
              <a:t>tatement of the problem and the hypothesis</a:t>
            </a:r>
            <a:endParaRPr lang="en-US" dirty="0"/>
          </a:p>
        </p:txBody>
      </p:sp>
      <p:sp>
        <p:nvSpPr>
          <p:cNvPr id="3" name="Content Placeholder 2">
            <a:extLst>
              <a:ext uri="{FF2B5EF4-FFF2-40B4-BE49-F238E27FC236}">
                <a16:creationId xmlns:a16="http://schemas.microsoft.com/office/drawing/2014/main" id="{4C713423-B5B2-5685-EBF9-E69E9F7D1A3A}"/>
              </a:ext>
            </a:extLst>
          </p:cNvPr>
          <p:cNvSpPr>
            <a:spLocks noGrp="1"/>
          </p:cNvSpPr>
          <p:nvPr>
            <p:ph idx="1"/>
          </p:nvPr>
        </p:nvSpPr>
        <p:spPr/>
        <p:txBody>
          <a:bodyPr>
            <a:normAutofit fontScale="77500" lnSpcReduction="20000"/>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research question for this project is: Can a patient's demographic and health-related attributes (such as age, gender, blood pressure, and heart rate) be used to predict the risk of a heart attack?</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question is justified by the high prevalence and mortality rate of heart disease globally. Early identification of at-risk individuals can enable timely intervention and prevention, potentially saving lives and optimizing healthcare resources.</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Context:</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Heart disease is a leading cause of death worldwide. Hospitals and clinicians often have access to basic demographic and health indicators for patients. Leveraging these data points with machine learning can help identify patterns and predictors of heart attack risk, supporting clinical decision-making.</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Hypothesis:</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Null Hypothesis: There is no statistically significant relationship between a patient's health indicators and the likelihood of a heart attack.</a:t>
            </a:r>
          </a:p>
          <a:p>
            <a:pPr marL="0" marR="0" indent="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Alternative Hypothesis: There is a statistically significant relationship between a patient's health indicators and the likelihood of a heart attack.</a:t>
            </a:r>
          </a:p>
          <a:p>
            <a:endParaRPr lang="en-US" dirty="0"/>
          </a:p>
        </p:txBody>
      </p:sp>
    </p:spTree>
    <p:extLst>
      <p:ext uri="{BB962C8B-B14F-4D97-AF65-F5344CB8AC3E}">
        <p14:creationId xmlns:p14="http://schemas.microsoft.com/office/powerpoint/2010/main" val="4167789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3FBE1-DBA0-DDAE-6360-2535D0DF33D6}"/>
              </a:ext>
            </a:extLst>
          </p:cNvPr>
          <p:cNvSpPr>
            <a:spLocks noGrp="1"/>
          </p:cNvSpPr>
          <p:nvPr>
            <p:ph type="title"/>
          </p:nvPr>
        </p:nvSpPr>
        <p:spPr/>
        <p:txBody>
          <a:bodyPr/>
          <a:lstStyle/>
          <a:p>
            <a:r>
              <a:rPr lang="en-US" dirty="0">
                <a:solidFill>
                  <a:srgbClr val="333333"/>
                </a:solidFill>
                <a:latin typeface="Lato" panose="020F0502020204030203" pitchFamily="34" charset="0"/>
              </a:rPr>
              <a:t>S</a:t>
            </a:r>
            <a:r>
              <a:rPr lang="en-US" b="0" i="0" dirty="0">
                <a:solidFill>
                  <a:srgbClr val="333333"/>
                </a:solidFill>
                <a:effectLst/>
                <a:latin typeface="Lato" panose="020F0502020204030203" pitchFamily="34" charset="0"/>
              </a:rPr>
              <a:t>ummary of the data analysis process</a:t>
            </a:r>
            <a:endParaRPr lang="en-US" dirty="0"/>
          </a:p>
        </p:txBody>
      </p:sp>
      <p:sp>
        <p:nvSpPr>
          <p:cNvPr id="3" name="Content Placeholder 2">
            <a:extLst>
              <a:ext uri="{FF2B5EF4-FFF2-40B4-BE49-F238E27FC236}">
                <a16:creationId xmlns:a16="http://schemas.microsoft.com/office/drawing/2014/main" id="{7BCC47F9-8F28-B363-E069-187B4C79882A}"/>
              </a:ext>
            </a:extLst>
          </p:cNvPr>
          <p:cNvSpPr>
            <a:spLocks noGrp="1"/>
          </p:cNvSpPr>
          <p:nvPr>
            <p:ph idx="1"/>
          </p:nvPr>
        </p:nvSpPr>
        <p:spPr/>
        <p:txBody>
          <a:bodyPr/>
          <a:lstStyle/>
          <a:p>
            <a:r>
              <a:rPr lang="en-US" dirty="0"/>
              <a:t>Imported the data and handled missing values and outliers </a:t>
            </a:r>
          </a:p>
          <a:p>
            <a:r>
              <a:rPr lang="en-US" dirty="0" err="1"/>
              <a:t>Splitted</a:t>
            </a:r>
            <a:r>
              <a:rPr lang="en-US" dirty="0"/>
              <a:t> the data in 80% training and 20% test</a:t>
            </a:r>
          </a:p>
          <a:p>
            <a:r>
              <a:rPr lang="en-US" dirty="0"/>
              <a:t>Performed logistic regression and random forest modeling</a:t>
            </a:r>
          </a:p>
        </p:txBody>
      </p:sp>
    </p:spTree>
    <p:extLst>
      <p:ext uri="{BB962C8B-B14F-4D97-AF65-F5344CB8AC3E}">
        <p14:creationId xmlns:p14="http://schemas.microsoft.com/office/powerpoint/2010/main" val="808150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F10B-DB13-1D9D-967F-1E35C147F97F}"/>
              </a:ext>
            </a:extLst>
          </p:cNvPr>
          <p:cNvSpPr>
            <a:spLocks noGrp="1"/>
          </p:cNvSpPr>
          <p:nvPr>
            <p:ph type="title"/>
          </p:nvPr>
        </p:nvSpPr>
        <p:spPr/>
        <p:txBody>
          <a:bodyPr/>
          <a:lstStyle/>
          <a:p>
            <a:r>
              <a:rPr lang="en-US" dirty="0">
                <a:solidFill>
                  <a:srgbClr val="333333"/>
                </a:solidFill>
                <a:latin typeface="Lato" panose="020F0502020204030203" pitchFamily="34" charset="0"/>
              </a:rPr>
              <a:t>E</a:t>
            </a:r>
            <a:r>
              <a:rPr lang="en-US" b="0" i="0" dirty="0">
                <a:solidFill>
                  <a:srgbClr val="333333"/>
                </a:solidFill>
                <a:effectLst/>
                <a:latin typeface="Lato" panose="020F0502020204030203" pitchFamily="34" charset="0"/>
              </a:rPr>
              <a:t>xplanation of the limitations of the techniques and tools used</a:t>
            </a:r>
            <a:endParaRPr lang="en-US" dirty="0"/>
          </a:p>
        </p:txBody>
      </p:sp>
      <p:sp>
        <p:nvSpPr>
          <p:cNvPr id="3" name="Content Placeholder 2">
            <a:extLst>
              <a:ext uri="{FF2B5EF4-FFF2-40B4-BE49-F238E27FC236}">
                <a16:creationId xmlns:a16="http://schemas.microsoft.com/office/drawing/2014/main" id="{B9A13806-427C-F8D3-30BF-16A600AFF1DF}"/>
              </a:ext>
            </a:extLst>
          </p:cNvPr>
          <p:cNvSpPr>
            <a:spLocks noGrp="1"/>
          </p:cNvSpPr>
          <p:nvPr>
            <p:ph idx="1"/>
          </p:nvPr>
        </p:nvSpPr>
        <p:spPr>
          <a:xfrm>
            <a:off x="838200" y="1728441"/>
            <a:ext cx="10624930" cy="4999245"/>
          </a:xfrm>
        </p:spPr>
        <p:txBody>
          <a:bodyPr>
            <a:normAutofit fontScale="25000" lnSpcReduction="20000"/>
          </a:bodyPr>
          <a:lstStyle/>
          <a:p>
            <a:pPr marL="0" marR="0">
              <a:lnSpc>
                <a:spcPct val="120000"/>
              </a:lnSpc>
              <a:spcAft>
                <a:spcPts val="800"/>
              </a:spcAft>
              <a:buNone/>
            </a:pPr>
            <a:r>
              <a:rPr lang="en-US" sz="4800" kern="100" dirty="0">
                <a:effectLst/>
                <a:latin typeface="Aptos" panose="020B0004020202020204" pitchFamily="34" charset="0"/>
                <a:ea typeface="Aptos" panose="020B0004020202020204" pitchFamily="34" charset="0"/>
                <a:cs typeface="Times New Roman" panose="02020603050405020304" pitchFamily="18" charset="0"/>
              </a:rPr>
              <a:t>For this project, I used two supervised classification techniques: Logistic Regression and Random Forest. Both are appropriate for predicting a binary outcome (heart attack: yes/no) based on patient features.</a:t>
            </a:r>
          </a:p>
          <a:p>
            <a:pPr marL="0" marR="0">
              <a:lnSpc>
                <a:spcPct val="120000"/>
              </a:lnSpc>
              <a:spcAft>
                <a:spcPts val="800"/>
              </a:spcAft>
              <a:buNone/>
            </a:pPr>
            <a:r>
              <a:rPr lang="en-US" sz="4800" kern="100" dirty="0">
                <a:effectLst/>
                <a:latin typeface="Aptos" panose="020B0004020202020204" pitchFamily="34" charset="0"/>
                <a:ea typeface="Aptos" panose="020B0004020202020204" pitchFamily="34" charset="0"/>
                <a:cs typeface="Times New Roman" panose="02020603050405020304" pitchFamily="18" charset="0"/>
              </a:rPr>
              <a:t>Calculations Performed and Outputs</a:t>
            </a:r>
          </a:p>
          <a:p>
            <a:pPr marL="0" marR="0">
              <a:lnSpc>
                <a:spcPct val="120000"/>
              </a:lnSpc>
              <a:spcAft>
                <a:spcPts val="800"/>
              </a:spcAft>
              <a:buNone/>
            </a:pPr>
            <a:r>
              <a:rPr lang="en-US" sz="4800" kern="100" dirty="0">
                <a:effectLst/>
                <a:latin typeface="Aptos" panose="020B0004020202020204" pitchFamily="34" charset="0"/>
                <a:ea typeface="Aptos" panose="020B0004020202020204" pitchFamily="34" charset="0"/>
                <a:cs typeface="Times New Roman" panose="02020603050405020304" pitchFamily="18" charset="0"/>
              </a:rPr>
              <a:t>1. Data Preparation:</a:t>
            </a:r>
          </a:p>
          <a:p>
            <a:pPr marL="0" marR="0">
              <a:lnSpc>
                <a:spcPct val="120000"/>
              </a:lnSpc>
              <a:spcAft>
                <a:spcPts val="800"/>
              </a:spcAft>
              <a:buNone/>
            </a:pPr>
            <a:r>
              <a:rPr lang="en-US" sz="4800" kern="100" dirty="0">
                <a:effectLst/>
                <a:latin typeface="Aptos" panose="020B0004020202020204" pitchFamily="34" charset="0"/>
                <a:ea typeface="Aptos" panose="020B0004020202020204" pitchFamily="34" charset="0"/>
                <a:cs typeface="Times New Roman" panose="02020603050405020304" pitchFamily="18" charset="0"/>
              </a:rPr>
              <a:t>I handled missing values using mean imputation for numeric columns and the most frequent value for categorical columns. Outliers were capped at the 1st and 99th percentiles. All numeric features were normalized using </a:t>
            </a:r>
            <a:r>
              <a:rPr lang="en-US" sz="4800" kern="100" dirty="0" err="1">
                <a:effectLst/>
                <a:latin typeface="Aptos" panose="020B0004020202020204" pitchFamily="34" charset="0"/>
                <a:ea typeface="Aptos" panose="020B0004020202020204" pitchFamily="34" charset="0"/>
                <a:cs typeface="Times New Roman" panose="02020603050405020304" pitchFamily="18" charset="0"/>
              </a:rPr>
              <a:t>StandardScaler</a:t>
            </a:r>
            <a:r>
              <a:rPr lang="en-US" sz="4800" kern="100" dirty="0">
                <a:effectLst/>
                <a:latin typeface="Aptos" panose="020B0004020202020204" pitchFamily="34" charset="0"/>
                <a:ea typeface="Aptos" panose="020B0004020202020204" pitchFamily="34" charset="0"/>
                <a:cs typeface="Times New Roman" panose="02020603050405020304" pitchFamily="18" charset="0"/>
              </a:rPr>
              <a:t>. The target variable Result was converted to binary (0 for negative, 1 for positive).</a:t>
            </a:r>
          </a:p>
          <a:p>
            <a:pPr marL="0" marR="0">
              <a:lnSpc>
                <a:spcPct val="120000"/>
              </a:lnSpc>
              <a:spcAft>
                <a:spcPts val="800"/>
              </a:spcAft>
              <a:buNone/>
            </a:pPr>
            <a:r>
              <a:rPr lang="en-US" sz="4800" kern="100" dirty="0">
                <a:effectLst/>
                <a:latin typeface="Aptos" panose="020B0004020202020204" pitchFamily="34" charset="0"/>
                <a:ea typeface="Aptos" panose="020B0004020202020204" pitchFamily="34" charset="0"/>
                <a:cs typeface="Times New Roman" panose="02020603050405020304" pitchFamily="18" charset="0"/>
              </a:rPr>
              <a:t>2. Correlation Analysis: I generated a feature correlation matrix using a heatmap to visualize relationships between variables. This helped identify which features were most strongly associated with heart attack outcomes. For example, Troponin and CK-MB showed moderate positive correlations with the target.</a:t>
            </a:r>
          </a:p>
          <a:p>
            <a:pPr marL="0" marR="0">
              <a:lnSpc>
                <a:spcPct val="120000"/>
              </a:lnSpc>
              <a:spcAft>
                <a:spcPts val="800"/>
              </a:spcAft>
              <a:buNone/>
            </a:pPr>
            <a:r>
              <a:rPr lang="en-US" sz="4800" kern="100" dirty="0">
                <a:effectLst/>
                <a:latin typeface="Aptos" panose="020B0004020202020204" pitchFamily="34" charset="0"/>
                <a:ea typeface="Aptos" panose="020B0004020202020204" pitchFamily="34" charset="0"/>
                <a:cs typeface="Times New Roman" panose="02020603050405020304" pitchFamily="18" charset="0"/>
              </a:rPr>
              <a:t>3. Model Training and Evaluation: The data was split into training and test sets (80/20 split). Logistic Regression and Random Forest models were trained on the training set. For both models, I calculated: Confusion Matrix (e.g., for Logistic Regression: [[70, 31], [23, 140]]) Accuracy (Logistic Regression: 0.80, Random Forest: 0.98) Precision (Logistic Regression: 0.82, Random Forest: 0.98 Recall (Logistic Regression: 0.86, Random Forest: 0.99) AUC-ROC (Logistic Regression: 0.89, Random Forest: 0.99) I also plotted ROC curves to visually compare model performance. Justification for Analysis Techniques Logistic Regression: Why chosen: It is a simple, interpretable model that provides probability estimates and is widely used for binary classification. Advantage: Easy to interpret and understand feature importance. Disadvantage: Assumes a linear relationship between features and the log-odds of the outcome, which may not capture complex patterns. Random Forest: Why chosen: It is a robust ensemble method that can model complex, nonlinear relationships and is less sensitive to outliers. Advantage: High accuracy and can capture nonlinear interactions between features. Disadvantage: Less interpretable than logistic regression and can require more computational resources.</a:t>
            </a:r>
          </a:p>
          <a:p>
            <a:endParaRPr lang="en-US" dirty="0"/>
          </a:p>
        </p:txBody>
      </p:sp>
    </p:spTree>
    <p:extLst>
      <p:ext uri="{BB962C8B-B14F-4D97-AF65-F5344CB8AC3E}">
        <p14:creationId xmlns:p14="http://schemas.microsoft.com/office/powerpoint/2010/main" val="740704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5B54-163E-502E-7B8D-A7A02047B300}"/>
              </a:ext>
            </a:extLst>
          </p:cNvPr>
          <p:cNvSpPr>
            <a:spLocks noGrp="1"/>
          </p:cNvSpPr>
          <p:nvPr>
            <p:ph type="title"/>
          </p:nvPr>
        </p:nvSpPr>
        <p:spPr>
          <a:xfrm>
            <a:off x="68970" y="-9118"/>
            <a:ext cx="10515600" cy="1325563"/>
          </a:xfrm>
        </p:spPr>
        <p:txBody>
          <a:bodyPr>
            <a:noAutofit/>
          </a:bodyPr>
          <a:lstStyle/>
          <a:p>
            <a:pPr marR="0" indent="-182880"/>
            <a:r>
              <a:rPr lang="en-US" sz="2400" dirty="0">
                <a:solidFill>
                  <a:srgbClr val="333333"/>
                </a:solidFill>
                <a:latin typeface="Lato" panose="020F0502020204030203" pitchFamily="34" charset="0"/>
              </a:rPr>
              <a:t>O</a:t>
            </a:r>
            <a:r>
              <a:rPr lang="en-US" sz="2400" b="0" i="0" dirty="0">
                <a:solidFill>
                  <a:srgbClr val="333333"/>
                </a:solidFill>
                <a:effectLst/>
                <a:latin typeface="Lato" panose="020F0502020204030203" pitchFamily="34" charset="0"/>
              </a:rPr>
              <a:t>utline of the findings</a:t>
            </a:r>
            <a:br>
              <a:rPr lang="en-US" sz="2400" b="0" i="0" dirty="0">
                <a:solidFill>
                  <a:srgbClr val="333333"/>
                </a:solidFill>
                <a:effectLst/>
                <a:latin typeface="Lato" panose="020F0502020204030203" pitchFamily="34" charset="0"/>
              </a:rPr>
            </a:br>
            <a:br>
              <a:rPr lang="en-US" sz="2400" dirty="0"/>
            </a:br>
            <a:endParaRPr lang="en-US" sz="2400" dirty="0"/>
          </a:p>
        </p:txBody>
      </p:sp>
      <p:sp>
        <p:nvSpPr>
          <p:cNvPr id="3" name="Content Placeholder 2">
            <a:extLst>
              <a:ext uri="{FF2B5EF4-FFF2-40B4-BE49-F238E27FC236}">
                <a16:creationId xmlns:a16="http://schemas.microsoft.com/office/drawing/2014/main" id="{B7F8C803-E064-A8A2-B51A-7065765C9C59}"/>
              </a:ext>
            </a:extLst>
          </p:cNvPr>
          <p:cNvSpPr>
            <a:spLocks noGrp="1"/>
          </p:cNvSpPr>
          <p:nvPr>
            <p:ph idx="1"/>
          </p:nvPr>
        </p:nvSpPr>
        <p:spPr>
          <a:xfrm>
            <a:off x="162339" y="690356"/>
            <a:ext cx="2744304" cy="4351338"/>
          </a:xfrm>
        </p:spPr>
        <p:txBody>
          <a:bodyPr>
            <a:normAutofit fontScale="40000" lnSpcReduction="20000"/>
          </a:bodyPr>
          <a:lstStyle/>
          <a:p>
            <a:r>
              <a:rPr lang="en-US" dirty="0"/>
              <a:t>Logistic Regression Evaluation:</a:t>
            </a:r>
          </a:p>
          <a:p>
            <a:r>
              <a:rPr lang="en-US" dirty="0"/>
              <a:t>Confusion Matrix:</a:t>
            </a:r>
          </a:p>
          <a:p>
            <a:r>
              <a:rPr lang="en-US" dirty="0"/>
              <a:t> [[ 70  31]</a:t>
            </a:r>
          </a:p>
          <a:p>
            <a:r>
              <a:rPr lang="en-US" dirty="0"/>
              <a:t> [ 23 140]]</a:t>
            </a:r>
          </a:p>
          <a:p>
            <a:r>
              <a:rPr lang="en-US" dirty="0"/>
              <a:t>Accuracy: 0.7954545454545454</a:t>
            </a:r>
          </a:p>
          <a:p>
            <a:r>
              <a:rPr lang="en-US" dirty="0"/>
              <a:t>Precision: 0.8187134502923976</a:t>
            </a:r>
          </a:p>
          <a:p>
            <a:r>
              <a:rPr lang="en-US" dirty="0"/>
              <a:t>Recall: 0.8588957055214724</a:t>
            </a:r>
          </a:p>
          <a:p>
            <a:r>
              <a:rPr lang="en-US" dirty="0"/>
              <a:t>AUC-ROC: 0.8903298305290651</a:t>
            </a:r>
          </a:p>
          <a:p>
            <a:endParaRPr lang="en-US" dirty="0"/>
          </a:p>
          <a:p>
            <a:r>
              <a:rPr lang="en-US" dirty="0"/>
              <a:t>Random Forest Evaluation:</a:t>
            </a:r>
          </a:p>
          <a:p>
            <a:r>
              <a:rPr lang="en-US" dirty="0"/>
              <a:t>Confusion Matrix:</a:t>
            </a:r>
          </a:p>
          <a:p>
            <a:r>
              <a:rPr lang="en-US" dirty="0"/>
              <a:t> [[ 97   4]</a:t>
            </a:r>
          </a:p>
          <a:p>
            <a:r>
              <a:rPr lang="en-US" dirty="0"/>
              <a:t> [  2 161]]</a:t>
            </a:r>
          </a:p>
          <a:p>
            <a:r>
              <a:rPr lang="en-US" dirty="0"/>
              <a:t>Accuracy: 0.9772727272727273</a:t>
            </a:r>
          </a:p>
          <a:p>
            <a:r>
              <a:rPr lang="en-US" dirty="0"/>
              <a:t>Precision: 0.9757575757575757</a:t>
            </a:r>
          </a:p>
          <a:p>
            <a:r>
              <a:rPr lang="en-US" dirty="0"/>
              <a:t>Recall: 0.9877300613496932</a:t>
            </a:r>
          </a:p>
          <a:p>
            <a:r>
              <a:rPr lang="en-US" dirty="0"/>
              <a:t>AUC-ROC: 0.9903116078479012</a:t>
            </a:r>
          </a:p>
        </p:txBody>
      </p:sp>
      <p:pic>
        <p:nvPicPr>
          <p:cNvPr id="5" name="Picture 4">
            <a:extLst>
              <a:ext uri="{FF2B5EF4-FFF2-40B4-BE49-F238E27FC236}">
                <a16:creationId xmlns:a16="http://schemas.microsoft.com/office/drawing/2014/main" id="{53B60C70-F9A1-E8F7-0113-23C6D6E89AB1}"/>
              </a:ext>
            </a:extLst>
          </p:cNvPr>
          <p:cNvPicPr>
            <a:picLocks noChangeAspect="1"/>
          </p:cNvPicPr>
          <p:nvPr/>
        </p:nvPicPr>
        <p:blipFill>
          <a:blip r:embed="rId2"/>
          <a:stretch>
            <a:fillRect/>
          </a:stretch>
        </p:blipFill>
        <p:spPr>
          <a:xfrm>
            <a:off x="3308022" y="319636"/>
            <a:ext cx="3684710" cy="3355216"/>
          </a:xfrm>
          <a:prstGeom prst="rect">
            <a:avLst/>
          </a:prstGeom>
        </p:spPr>
      </p:pic>
      <p:pic>
        <p:nvPicPr>
          <p:cNvPr id="7" name="Picture 6">
            <a:extLst>
              <a:ext uri="{FF2B5EF4-FFF2-40B4-BE49-F238E27FC236}">
                <a16:creationId xmlns:a16="http://schemas.microsoft.com/office/drawing/2014/main" id="{6785C127-E4AF-1FD6-A18B-A9238036253C}"/>
              </a:ext>
            </a:extLst>
          </p:cNvPr>
          <p:cNvPicPr>
            <a:picLocks noChangeAspect="1"/>
          </p:cNvPicPr>
          <p:nvPr/>
        </p:nvPicPr>
        <p:blipFill>
          <a:blip r:embed="rId3"/>
          <a:stretch>
            <a:fillRect/>
          </a:stretch>
        </p:blipFill>
        <p:spPr>
          <a:xfrm>
            <a:off x="7447110" y="1316445"/>
            <a:ext cx="4001172" cy="3210817"/>
          </a:xfrm>
          <a:prstGeom prst="rect">
            <a:avLst/>
          </a:prstGeom>
        </p:spPr>
      </p:pic>
      <p:sp>
        <p:nvSpPr>
          <p:cNvPr id="11" name="TextBox 10">
            <a:extLst>
              <a:ext uri="{FF2B5EF4-FFF2-40B4-BE49-F238E27FC236}">
                <a16:creationId xmlns:a16="http://schemas.microsoft.com/office/drawing/2014/main" id="{B4FE53A8-C355-29CE-4F54-D140E0866169}"/>
              </a:ext>
            </a:extLst>
          </p:cNvPr>
          <p:cNvSpPr txBox="1"/>
          <p:nvPr/>
        </p:nvSpPr>
        <p:spPr>
          <a:xfrm>
            <a:off x="2744304" y="3608042"/>
            <a:ext cx="7509565" cy="3000821"/>
          </a:xfrm>
          <a:prstGeom prst="rect">
            <a:avLst/>
          </a:prstGeom>
          <a:noFill/>
        </p:spPr>
        <p:txBody>
          <a:bodyPr wrap="square">
            <a:spAutoFit/>
          </a:bodyPr>
          <a:lstStyle/>
          <a:p>
            <a:r>
              <a:rPr lang="en-US" sz="1050" dirty="0"/>
              <a:t>Age  Gender  Heart rate  Systolic blood pressure  Diastolic blood pressure  \</a:t>
            </a:r>
          </a:p>
          <a:p>
            <a:r>
              <a:rPr lang="en-US" sz="1050" dirty="0"/>
              <a:t>0   64       1          66                      160                        83   </a:t>
            </a:r>
          </a:p>
          <a:p>
            <a:r>
              <a:rPr lang="en-US" sz="1050" dirty="0"/>
              <a:t>1   21       1          94                       98                        46   </a:t>
            </a:r>
          </a:p>
          <a:p>
            <a:r>
              <a:rPr lang="en-US" sz="1050" dirty="0"/>
              <a:t>2   55       1          64                      160                        77   </a:t>
            </a:r>
          </a:p>
          <a:p>
            <a:r>
              <a:rPr lang="en-US" sz="1050" dirty="0"/>
              <a:t>3   64       1          70                      120                        55   </a:t>
            </a:r>
          </a:p>
          <a:p>
            <a:r>
              <a:rPr lang="en-US" sz="1050" dirty="0"/>
              <a:t>4   55       1          64                      112                        65   </a:t>
            </a:r>
          </a:p>
          <a:p>
            <a:endParaRPr lang="en-US" sz="1050" dirty="0"/>
          </a:p>
          <a:p>
            <a:r>
              <a:rPr lang="en-US" sz="1050" dirty="0"/>
              <a:t>   Blood sugar  CK-MB  Troponin    Result  </a:t>
            </a:r>
          </a:p>
          <a:p>
            <a:r>
              <a:rPr lang="en-US" sz="1050" dirty="0"/>
              <a:t>0        160.0   1.80     0.012  negative  </a:t>
            </a:r>
          </a:p>
          <a:p>
            <a:r>
              <a:rPr lang="en-US" sz="1050" dirty="0"/>
              <a:t>1        296.0   6.75     1.060  positive  </a:t>
            </a:r>
          </a:p>
          <a:p>
            <a:r>
              <a:rPr lang="en-US" sz="1050" dirty="0"/>
              <a:t>2        270.0   1.99     0.003  negative  </a:t>
            </a:r>
          </a:p>
          <a:p>
            <a:r>
              <a:rPr lang="en-US" sz="1050" dirty="0"/>
              <a:t>3        270.0  13.87     0.122  positive  </a:t>
            </a:r>
          </a:p>
          <a:p>
            <a:r>
              <a:rPr lang="en-US" sz="1050" dirty="0"/>
              <a:t>4        300.0   1.08     0.003  negative  </a:t>
            </a:r>
          </a:p>
          <a:p>
            <a:r>
              <a:rPr lang="en-US" sz="1050" dirty="0"/>
              <a:t>(1319, 9)</a:t>
            </a:r>
          </a:p>
          <a:p>
            <a:r>
              <a:rPr lang="en-US" sz="1050" dirty="0"/>
              <a:t>Index(['Age', 'Gender', 'Heart rate', 'Systolic blood pressure',</a:t>
            </a:r>
          </a:p>
          <a:p>
            <a:r>
              <a:rPr lang="en-US" sz="1050" dirty="0"/>
              <a:t>       'Diastolic blood pressure', 'Blood sugar', 'CK-MB', 'Troponin',</a:t>
            </a:r>
          </a:p>
          <a:p>
            <a:r>
              <a:rPr lang="en-US" sz="1050" dirty="0"/>
              <a:t>       'Result'],</a:t>
            </a:r>
          </a:p>
          <a:p>
            <a:r>
              <a:rPr lang="en-US" sz="1050" dirty="0"/>
              <a:t>      </a:t>
            </a:r>
            <a:r>
              <a:rPr lang="en-US" sz="1050" dirty="0" err="1"/>
              <a:t>dtype</a:t>
            </a:r>
            <a:r>
              <a:rPr lang="en-US" sz="1050" dirty="0"/>
              <a:t>='object')</a:t>
            </a:r>
          </a:p>
        </p:txBody>
      </p:sp>
    </p:spTree>
    <p:extLst>
      <p:ext uri="{BB962C8B-B14F-4D97-AF65-F5344CB8AC3E}">
        <p14:creationId xmlns:p14="http://schemas.microsoft.com/office/powerpoint/2010/main" val="2220117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3D67A-6C32-9C1D-CFD1-563CB2E656D8}"/>
              </a:ext>
            </a:extLst>
          </p:cNvPr>
          <p:cNvSpPr>
            <a:spLocks noGrp="1"/>
          </p:cNvSpPr>
          <p:nvPr>
            <p:ph type="title"/>
          </p:nvPr>
        </p:nvSpPr>
        <p:spPr/>
        <p:txBody>
          <a:bodyPr/>
          <a:lstStyle/>
          <a:p>
            <a:r>
              <a:rPr lang="en-US" dirty="0">
                <a:solidFill>
                  <a:srgbClr val="333333"/>
                </a:solidFill>
                <a:latin typeface="Lato" panose="020F0502020204030203" pitchFamily="34" charset="0"/>
              </a:rPr>
              <a:t>S</a:t>
            </a:r>
            <a:r>
              <a:rPr lang="en-US" b="0" i="0" dirty="0">
                <a:solidFill>
                  <a:srgbClr val="333333"/>
                </a:solidFill>
                <a:effectLst/>
                <a:latin typeface="Lato" panose="020F0502020204030203" pitchFamily="34" charset="0"/>
              </a:rPr>
              <a:t>ummary of proposed actions</a:t>
            </a:r>
            <a:endParaRPr lang="en-US" dirty="0"/>
          </a:p>
        </p:txBody>
      </p:sp>
      <p:sp>
        <p:nvSpPr>
          <p:cNvPr id="3" name="Content Placeholder 2">
            <a:extLst>
              <a:ext uri="{FF2B5EF4-FFF2-40B4-BE49-F238E27FC236}">
                <a16:creationId xmlns:a16="http://schemas.microsoft.com/office/drawing/2014/main" id="{8769946B-89EB-5D53-836D-DA2E3BCB0A1C}"/>
              </a:ext>
            </a:extLst>
          </p:cNvPr>
          <p:cNvSpPr>
            <a:spLocks noGrp="1"/>
          </p:cNvSpPr>
          <p:nvPr>
            <p:ph idx="1"/>
          </p:nvPr>
        </p:nvSpPr>
        <p:spPr/>
        <p:txBody>
          <a:bodyPr>
            <a:normAutofit fontScale="92500" lnSpcReduction="20000"/>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Both models performed well, but the random forest classifier achieved higher accuracy (0.98) and AUC-ROC (0.99), indicating excellent predictive performance. Logistic regression also performed strongly, with an accuracy of 0.80 and AUC-ROC of 0.89. This suggests that demographic and health-related attributes can be used to predict heart attack risk with high reliability.</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dataset is from a single hospital and may not generalize to other populations or healthcare settings. Additionally, the random forest model, while accurate, is less interpretable, which may limit its clinical adoption.</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Based on these results, clinicians could use similar models as decision-support tools to identify high-risk patients for early intervention. However, further validation on diverse datasets is recommended before clinical deployment.</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External Validation: Test the model on data from other hospitals or regions to assess generalizability.</a:t>
            </a: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Feature Expansion: Incorporate additional clinical variables (cholesterol, family history) or use advanced models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XGBoost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neural networks) to potentially improve performance.</a:t>
            </a:r>
          </a:p>
          <a:p>
            <a:endParaRPr lang="en-US" dirty="0"/>
          </a:p>
        </p:txBody>
      </p:sp>
    </p:spTree>
    <p:extLst>
      <p:ext uri="{BB962C8B-B14F-4D97-AF65-F5344CB8AC3E}">
        <p14:creationId xmlns:p14="http://schemas.microsoft.com/office/powerpoint/2010/main" val="1777025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E4B2-8747-733E-63B7-DF7B962F8F34}"/>
              </a:ext>
            </a:extLst>
          </p:cNvPr>
          <p:cNvSpPr>
            <a:spLocks noGrp="1"/>
          </p:cNvSpPr>
          <p:nvPr>
            <p:ph type="title"/>
          </p:nvPr>
        </p:nvSpPr>
        <p:spPr/>
        <p:txBody>
          <a:bodyPr/>
          <a:lstStyle/>
          <a:p>
            <a:r>
              <a:rPr lang="en-US" dirty="0">
                <a:solidFill>
                  <a:srgbClr val="333333"/>
                </a:solidFill>
                <a:latin typeface="Lato" panose="020F0502020204030203" pitchFamily="34" charset="0"/>
              </a:rPr>
              <a:t>E</a:t>
            </a:r>
            <a:r>
              <a:rPr lang="en-US" b="0" i="0" dirty="0">
                <a:solidFill>
                  <a:srgbClr val="333333"/>
                </a:solidFill>
                <a:effectLst/>
                <a:latin typeface="Lato" panose="020F0502020204030203" pitchFamily="34" charset="0"/>
              </a:rPr>
              <a:t>xpected benefits of the study</a:t>
            </a:r>
            <a:endParaRPr lang="en-US" dirty="0"/>
          </a:p>
        </p:txBody>
      </p:sp>
      <p:sp>
        <p:nvSpPr>
          <p:cNvPr id="3" name="Content Placeholder 2">
            <a:extLst>
              <a:ext uri="{FF2B5EF4-FFF2-40B4-BE49-F238E27FC236}">
                <a16:creationId xmlns:a16="http://schemas.microsoft.com/office/drawing/2014/main" id="{865CADA9-194B-A0EE-D468-DD9A93C04A71}"/>
              </a:ext>
            </a:extLst>
          </p:cNvPr>
          <p:cNvSpPr>
            <a:spLocks noGrp="1"/>
          </p:cNvSpPr>
          <p:nvPr>
            <p:ph idx="1"/>
          </p:nvPr>
        </p:nvSpPr>
        <p:spPr/>
        <p:txBody>
          <a:bodyPr>
            <a:normAutofit fontScale="62500" lnSpcReduction="20000"/>
          </a:bodyPr>
          <a:lstStyle/>
          <a:p>
            <a:r>
              <a:rPr lang="en-US" dirty="0"/>
              <a:t>Improved Patient Outcomes:</a:t>
            </a:r>
          </a:p>
          <a:p>
            <a:r>
              <a:rPr lang="en-US" dirty="0"/>
              <a:t>By accurately predicting the likelihood of a heart attack using patient data, healthcare providers can identify high-risk patients earlier. This enables timely interventions, potentially reducing the incidence of severe cardiac events and saving lives.</a:t>
            </a:r>
          </a:p>
          <a:p>
            <a:r>
              <a:rPr lang="en-US" dirty="0"/>
              <a:t>Resource Optimization:</a:t>
            </a:r>
          </a:p>
          <a:p>
            <a:r>
              <a:rPr lang="en-US" dirty="0"/>
              <a:t>Hospitals and clinics can allocate resources more efficiently by focusing monitoring and preventive care on patients most at risk. This targeted approach can reduce unnecessary tests and hospital admissions.</a:t>
            </a:r>
          </a:p>
          <a:p>
            <a:r>
              <a:rPr lang="en-US" dirty="0"/>
              <a:t>Cost Savings:</a:t>
            </a:r>
          </a:p>
          <a:p>
            <a:r>
              <a:rPr lang="en-US" dirty="0"/>
              <a:t>Early detection and intervention can lead to fewer emergency treatments and hospitalizations, resulting in significant cost savings for both healthcare providers and patients. For example, reducing heart attack readmissions by even 10% could save thousands of dollars per patient annually.</a:t>
            </a:r>
          </a:p>
          <a:p>
            <a:r>
              <a:rPr lang="en-US" dirty="0"/>
              <a:t>Data-Driven Decision Making:</a:t>
            </a:r>
          </a:p>
          <a:p>
            <a:r>
              <a:rPr lang="en-US" dirty="0"/>
              <a:t>The study demonstrates how data science can support clinical decision-making, providing doctors with evidence-based tools to supplement their expertise.</a:t>
            </a:r>
          </a:p>
        </p:txBody>
      </p:sp>
    </p:spTree>
    <p:extLst>
      <p:ext uri="{BB962C8B-B14F-4D97-AF65-F5344CB8AC3E}">
        <p14:creationId xmlns:p14="http://schemas.microsoft.com/office/powerpoint/2010/main" val="2593700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1164</Words>
  <Application>Microsoft Office PowerPoint</Application>
  <PresentationFormat>Widescreen</PresentationFormat>
  <Paragraphs>79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Lato</vt:lpstr>
      <vt:lpstr>Office Theme</vt:lpstr>
      <vt:lpstr>D606 Data Science Capstone </vt:lpstr>
      <vt:lpstr>Intro and Background</vt:lpstr>
      <vt:lpstr>Statement of the problem and the hypothesis</vt:lpstr>
      <vt:lpstr>Summary of the data analysis process</vt:lpstr>
      <vt:lpstr>Explanation of the limitations of the techniques and tools used</vt:lpstr>
      <vt:lpstr>Outline of the findings  </vt:lpstr>
      <vt:lpstr>Summary of proposed actions</vt:lpstr>
      <vt:lpstr>Expected benefits of the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Warren Buenarte</dc:creator>
  <cp:lastModifiedBy>Warren Buenarte</cp:lastModifiedBy>
  <cp:revision>1</cp:revision>
  <dcterms:created xsi:type="dcterms:W3CDTF">2025-05-29T06:37:44Z</dcterms:created>
  <dcterms:modified xsi:type="dcterms:W3CDTF">2025-06-01T05:37:55Z</dcterms:modified>
</cp:coreProperties>
</file>